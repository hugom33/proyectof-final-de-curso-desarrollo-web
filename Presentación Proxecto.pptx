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Outfit Bold"/>
      <p:regular r:id="rId19"/>
    </p:embeddedFont>
    <p:embeddedFont>
      <p:font typeface="Bitter"/>
      <p:regular r:id="rId20"/>
    </p:embeddedFont>
    <p:embeddedFont>
      <p:font typeface="Bitter Bold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httpd.apache.org/docs/" TargetMode="External"/><Relationship Id="rId2" Type="http://schemas.openxmlformats.org/officeDocument/2006/relationships/hyperlink" Target="https://ubuntu.com/server/docs" TargetMode="External"/><Relationship Id="rId3" Type="http://schemas.openxmlformats.org/officeDocument/2006/relationships/hyperlink" Target="https://ubuntu.com/download/server" TargetMode="External"/><Relationship Id="rId4" Type="http://schemas.openxmlformats.org/officeDocument/2006/relationships/hyperlink" Target="https://mariadb.com/kb/en/" TargetMode="External"/><Relationship Id="rId5" Type="http://schemas.openxmlformats.org/officeDocument/2006/relationships/hyperlink" Target="https://www.php.net/manual/es/" TargetMode="External"/><Relationship Id="rId6" Type="http://schemas.openxmlformats.org/officeDocument/2006/relationships/hyperlink" Target="https://help.ubuntu.com/community/UFW" TargetMode="External"/><Relationship Id="rId7" Type="http://schemas.openxmlformats.org/officeDocument/2006/relationships/hyperlink" Target="http://linuxize.com" TargetMode="External"/><Relationship Id="rId8" Type="http://schemas.openxmlformats.org/officeDocument/2006/relationships/hyperlink" Target="https://wordpress.org/support/" TargetMode="External"/><Relationship Id="rId9" Type="http://schemas.openxmlformats.org/officeDocument/2006/relationships/hyperlink" Target="https://wordpress.org/" TargetMode="External"/><Relationship Id="rId10" Type="http://schemas.openxmlformats.org/officeDocument/2006/relationships/hyperlink" Target="https://developer.wordpress.org/rest-api/" TargetMode="External"/><Relationship Id="rId11" Type="http://schemas.openxmlformats.org/officeDocument/2006/relationships/hyperlink" Target="https://wordpress.org/" TargetMode="External"/><Relationship Id="rId12" Type="http://schemas.openxmlformats.org/officeDocument/2006/relationships/hyperlink" Target="https://wordpress.org/" TargetMode="External"/><Relationship Id="rId13" Type="http://schemas.openxmlformats.org/officeDocument/2006/relationships/hyperlink" Target="https://stackoverflow.com" TargetMode="External"/><Relationship Id="rId14" Type="http://schemas.openxmlformats.org/officeDocument/2006/relationships/hyperlink" Target="https://wordpress.org/plugins/spectra/" TargetMode="External"/><Relationship Id="rId15" Type="http://schemas.openxmlformats.org/officeDocument/2006/relationships/hyperlink" Target="https://woocommerce.com" TargetMode="External"/><Relationship Id="rId16" Type="http://schemas.openxmlformats.org/officeDocument/2006/relationships/hyperlink" Target="https://wordpress.org/" TargetMode="External"/><Relationship Id="rId17" Type="http://schemas.openxmlformats.org/officeDocument/2006/relationships/hyperlink" Target="https://sureplugins.com/docs/" TargetMode="External"/><Relationship Id="rId18" Type="http://schemas.openxmlformats.org/officeDocument/2006/relationships/hyperlink" Target="https://support.infinityfree.net/" TargetMode="External"/><Relationship Id="rId19" Type="http://schemas.openxmlformats.org/officeDocument/2006/relationships/hyperlink" Target="https://www.000webhost.com/forum/" TargetMode="External"/><Relationship Id="rId20" Type="http://schemas.openxmlformats.org/officeDocument/2006/relationships/hyperlink" Target="https://byet.net/" TargetMode="External"/><Relationship Id="rId21" Type="http://schemas.openxmlformats.org/officeDocument/2006/relationships/hyperlink" Target="http://FreeHosting.com" TargetMode="External"/><Relationship Id="rId22" Type="http://schemas.openxmlformats.org/officeDocument/2006/relationships/hyperlink" Target="https://freehosting.com" TargetMode="External"/><Relationship Id="rId23" Type="http://schemas.openxmlformats.org/officeDocument/2006/relationships/hyperlink" Target="https://www.awardspace.com/kb/" TargetMode="External"/><Relationship Id="rId24" Type="http://schemas.openxmlformats.org/officeDocument/2006/relationships/hyperlink" Target="https://www.movistar.es/empresas/" TargetMode="External"/><Relationship Id="rId25" Type="http://schemas.openxmlformats.org/officeDocument/2006/relationships/hyperlink" Target="https://movistar.es" TargetMode="External"/><Relationship Id="rId26" Type="http://schemas.openxmlformats.org/officeDocument/2006/relationships/hyperlink" Target="https://cloudflare.com" TargetMode="External"/><Relationship Id="rId27" Type="http://schemas.openxmlformats.org/officeDocument/2006/relationships/hyperlink" Target="https://www.yougetsignal.com/tools/open-ports/" TargetMode="External"/><Relationship Id="rId28" Type="http://schemas.openxmlformats.org/officeDocument/2006/relationships/hyperlink" Target="https://portforward.com/" TargetMode="External"/><Relationship Id="rId29" Type="http://schemas.openxmlformats.org/officeDocument/2006/relationships/hyperlink" Target="https://wiki.debian.org" TargetMode="External"/><Relationship Id="rId30" Type="http://schemas.openxmlformats.org/officeDocument/2006/relationships/hyperlink" Target="https://stackoverflow.com/" TargetMode="External"/><Relationship Id="rId31" Type="http://schemas.openxmlformats.org/officeDocument/2006/relationships/hyperlink" Target="https://www.linuxquestions.org/" TargetMode="External"/><Relationship Id="rId32" Type="http://schemas.openxmlformats.org/officeDocument/2006/relationships/slideLayout" Target="../slideLayouts/slideLayout12.xml"/><Relationship Id="rId3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3B3C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7" y="882104"/>
            <a:ext cx="2629719" cy="33792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GRAOMOS — Páxina Web Corporativa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Desenvolvemento e despregamento dun sitio web para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Granitos e Obras Mosquera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mediante WordPress sobre un entorno LAMP (Linux, Apache, MariaDB, PHP) nunha máquina virtual Ubuntu Server 24.04 LTS.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9803"/>
            <a:ext cx="1137493" cy="187672"/>
          </a:xfrm>
          <a:prstGeom prst="roundRect">
            <a:avLst>
              <a:gd name="adj" fmla="val 6940"/>
            </a:avLst>
          </a:prstGeom>
          <a:solidFill>
            <a:srgbClr val="2A2C20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362322"/>
            <a:ext cx="1464469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ENTORNO DE TRABALLO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0664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Arquitectura LAMP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1107951"/>
            <a:ext cx="3612207" cy="36122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071" y="2217986"/>
            <a:ext cx="254071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Configuración da máquina virtual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09071" y="2470547"/>
            <a:ext cx="3612207" cy="1147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Virtualizador: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Oracle VirtualBox</a:t>
            </a:r>
            <a:endParaRPr lang="en-US" sz="8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SO: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Ubuntu Server 24.04 LTS</a:t>
            </a:r>
            <a:endParaRPr lang="en-US" sz="8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Nome: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ubuntu_TF / mosquera-server</a:t>
            </a:r>
            <a:endParaRPr lang="en-US" sz="8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Usuario: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hugom</a:t>
            </a:r>
            <a:endParaRPr lang="en-US" sz="8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IP local:</a:t>
            </a:r>
            <a:pPr algn="l" indent="0" marL="0">
              <a:lnSpc>
                <a:spcPct val="118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192.168.1.7</a:t>
            </a:r>
            <a:endParaRPr lang="en-US" sz="8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arquitectura é estable e modular, deseñada para funcionar en local pero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totalmente migrable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 un hosting profesional.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14673"/>
            <a:ext cx="931143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9FA5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1361926"/>
            <a:ext cx="120870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INSTALACIÓN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647304"/>
            <a:ext cx="43711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Apache, MariaDB e PHP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302892"/>
            <a:ext cx="2622724" cy="1525860"/>
          </a:xfrm>
          <a:prstGeom prst="roundRect">
            <a:avLst>
              <a:gd name="adj" fmla="val 1394"/>
            </a:avLst>
          </a:prstGeom>
          <a:solidFill>
            <a:srgbClr val="3B3C3E"/>
          </a:solidFill>
          <a:ln/>
        </p:spPr>
      </p:sp>
      <p:sp>
        <p:nvSpPr>
          <p:cNvPr id="6" name="Text 4"/>
          <p:cNvSpPr/>
          <p:nvPr/>
        </p:nvSpPr>
        <p:spPr>
          <a:xfrm>
            <a:off x="637877" y="24446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Apache 2.4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2751162"/>
            <a:ext cx="2339206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Servidor HTTP. Instalado con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apt install apache2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Verificado en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http://192.168.1.7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páxina "It works!" confirmada.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302892"/>
            <a:ext cx="2622724" cy="1525860"/>
          </a:xfrm>
          <a:prstGeom prst="roundRect">
            <a:avLst>
              <a:gd name="adj" fmla="val 1394"/>
            </a:avLst>
          </a:prstGeom>
          <a:solidFill>
            <a:srgbClr val="3B3C3E"/>
          </a:solidFill>
          <a:ln/>
        </p:spPr>
      </p:sp>
      <p:sp>
        <p:nvSpPr>
          <p:cNvPr id="9" name="Text 7"/>
          <p:cNvSpPr/>
          <p:nvPr/>
        </p:nvSpPr>
        <p:spPr>
          <a:xfrm>
            <a:off x="3402360" y="24446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MariaDB 10.11.14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2360" y="2751162"/>
            <a:ext cx="2339206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Motor de base de datos. Creouse a BD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wordpress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 o usuario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hugom@localhost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con todos os privilexios.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2302892"/>
            <a:ext cx="2622724" cy="1525860"/>
          </a:xfrm>
          <a:prstGeom prst="roundRect">
            <a:avLst>
              <a:gd name="adj" fmla="val 1394"/>
            </a:avLst>
          </a:prstGeom>
          <a:solidFill>
            <a:srgbClr val="3B3C3E"/>
          </a:solidFill>
          <a:ln/>
        </p:spPr>
      </p:sp>
      <p:sp>
        <p:nvSpPr>
          <p:cNvPr id="12" name="Text 10"/>
          <p:cNvSpPr/>
          <p:nvPr/>
        </p:nvSpPr>
        <p:spPr>
          <a:xfrm>
            <a:off x="6166842" y="24446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PHP 8.3.6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66842" y="2751162"/>
            <a:ext cx="2339206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Linguaxe de servidor. Módulos instalados: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php-mysql, php-xml, php-gd, php-curl, php-zip, php-mbstring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Verificado vía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phpinfo()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5162" y="383530"/>
            <a:ext cx="812974" cy="244376"/>
          </a:xfrm>
          <a:prstGeom prst="roundRect">
            <a:avLst>
              <a:gd name="adj" fmla="val 6526"/>
            </a:avLst>
          </a:prstGeom>
          <a:solidFill>
            <a:srgbClr val="2A2C20"/>
          </a:solidFill>
          <a:ln/>
        </p:spPr>
      </p:sp>
      <p:sp>
        <p:nvSpPr>
          <p:cNvPr id="3" name="Text 1"/>
          <p:cNvSpPr/>
          <p:nvPr/>
        </p:nvSpPr>
        <p:spPr>
          <a:xfrm>
            <a:off x="544860" y="423342"/>
            <a:ext cx="1110779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WORDPRESS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5162" y="677689"/>
            <a:ext cx="4316909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Instalación de WordPress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297" y="1279847"/>
            <a:ext cx="6387331" cy="29232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9112" y="3508942"/>
            <a:ext cx="1199178" cy="231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Instalar web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757819" y="3393439"/>
            <a:ext cx="1199178" cy="462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Mover e permisos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254740" y="3508942"/>
            <a:ext cx="1199178" cy="231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Extracción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718806" y="3508942"/>
            <a:ext cx="1199178" cy="231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Descarga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65162" y="4343251"/>
            <a:ext cx="8213675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Completouse o asistente de instalación en 5 minutos: título do sitio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Granitos e Obras Mosquera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usuario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hugom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 correo electrónico configurados. Versión final: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WordPress 6.9.4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428625"/>
            <a:ext cx="592931" cy="248543"/>
          </a:xfrm>
          <a:prstGeom prst="roundRect">
            <a:avLst>
              <a:gd name="adj" fmla="val 6310"/>
            </a:avLst>
          </a:prstGeom>
          <a:noFill/>
          <a:ln w="4763">
            <a:solidFill>
              <a:srgbClr val="9FA5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0469" y="472529"/>
            <a:ext cx="88389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DESEÑO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725314"/>
            <a:ext cx="596860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Configuración do Deseño e Estrutura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349" y="1606302"/>
            <a:ext cx="5237411" cy="28165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8312" y="1434852"/>
            <a:ext cx="256564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Starter Templates + Spectra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18312" y="1759446"/>
            <a:ext cx="2673028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Importouse unha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Plantilla Clásica de Inicio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vía Starter Templates e personalizouse con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Spectra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para bloques avanzados.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18312" y="2470398"/>
            <a:ext cx="2673028" cy="1289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Cores corporativas: marrón, verde, dourado</a:t>
            </a:r>
            <a:endParaRPr lang="en-US" sz="1000" dirty="0"/>
          </a:p>
          <a:p>
            <a:pPr algn="l"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Imaxes propias substituíndo as xenéricas</a:t>
            </a:r>
            <a:endParaRPr lang="en-US" sz="1000" dirty="0"/>
          </a:p>
          <a:p>
            <a:pPr algn="l"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Edición de cabeceira, pé e menú principal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18312" y="3880172"/>
            <a:ext cx="212392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Estrutura final do sitio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18312" y="4204767"/>
            <a:ext cx="267302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Inicio · Sobre Nosotros · Servicios y Proyectos · Tienda · Contacto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55393" y="387176"/>
            <a:ext cx="564579" cy="218033"/>
          </a:xfrm>
          <a:prstGeom prst="roundRect">
            <a:avLst>
              <a:gd name="adj" fmla="val 6705"/>
            </a:avLst>
          </a:prstGeom>
          <a:solidFill>
            <a:srgbClr val="2A2C20"/>
          </a:solidFill>
          <a:ln/>
        </p:spPr>
      </p:sp>
      <p:sp>
        <p:nvSpPr>
          <p:cNvPr id="4" name="Text 1"/>
          <p:cNvSpPr/>
          <p:nvPr/>
        </p:nvSpPr>
        <p:spPr>
          <a:xfrm>
            <a:off x="3928467" y="423714"/>
            <a:ext cx="875630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PLUGINS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855393" y="647030"/>
            <a:ext cx="350296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Plugins Instalados</a:t>
            </a:r>
            <a:endParaRPr lang="en-US" sz="2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5393" y="1184746"/>
            <a:ext cx="304577" cy="3045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55393" y="162014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Deseño e Utilidade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855393" y="1873300"/>
            <a:ext cx="48622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Spectra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(bloques avanzados),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Starter Templates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(importación de plantillas),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Duplicate Page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SureForms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(formularios) e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SureRank SEO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(optimización básica).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5393" y="2445023"/>
            <a:ext cx="304577" cy="3045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55393" y="288042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Tenda Online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855393" y="3133576"/>
            <a:ext cx="48622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WooCommerce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como sistema de comercio electrónico, con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WooCommerce PayPal Payments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WooPayments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como pasarelas de pago configuradas.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5393" y="3705299"/>
            <a:ext cx="304577" cy="30457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855393" y="414069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Copias de Seguridade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3855393" y="4393853"/>
            <a:ext cx="48622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UpdraftPlus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para copias completas da base de datos e ficheiros, con opción de restauración automática e descarga ao PC.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401762"/>
            <a:ext cx="501700" cy="237976"/>
          </a:xfrm>
          <a:prstGeom prst="roundRect">
            <a:avLst>
              <a:gd name="adj" fmla="val 6367"/>
            </a:avLst>
          </a:prstGeom>
          <a:noFill/>
          <a:ln w="4763">
            <a:solidFill>
              <a:srgbClr val="9FA5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2387" y="444401"/>
            <a:ext cx="797868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TENDA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84684"/>
            <a:ext cx="5234955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Tenda Online con WooCommerce</a:t>
            </a:r>
            <a:endParaRPr lang="en-US" sz="2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71" y="1927324"/>
            <a:ext cx="4426148" cy="2134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6005" y="1360289"/>
            <a:ext cx="220459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Configuración realizada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16005" y="1670000"/>
            <a:ext cx="269081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WooCommerce configurouse para permitir a venda de produtos relacionados coa actividade da empresa: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16005" y="2344043"/>
            <a:ext cx="2690813" cy="1263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Moeda:</a:t>
            </a:r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Euro (€)</a:t>
            </a:r>
            <a:endParaRPr lang="en-US" sz="950" dirty="0"/>
          </a:p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Impostos:</a:t>
            </a:r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Activados</a:t>
            </a:r>
            <a:endParaRPr lang="en-US" sz="950" dirty="0"/>
          </a:p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Pagos:</a:t>
            </a:r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PayPal e WooPayments</a:t>
            </a:r>
            <a:endParaRPr lang="en-US" sz="950" dirty="0"/>
          </a:p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Produtos:</a:t>
            </a:r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Mostra creada para probas (Bancos de pedra natural, camisetas, calendarios…)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16005" y="3734098"/>
            <a:ext cx="2690813" cy="881137"/>
          </a:xfrm>
          <a:prstGeom prst="roundRect">
            <a:avLst>
              <a:gd name="adj" fmla="val 2149"/>
            </a:avLst>
          </a:prstGeom>
          <a:solidFill>
            <a:srgbClr val="02234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211" y="3919538"/>
            <a:ext cx="157758" cy="1262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26175" y="3878089"/>
            <a:ext cx="2154436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tenda inclúe botóns "Engadir ao Carro" e está integrada coa estrutura xeral do sitio corporativo.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50640"/>
            <a:ext cx="909042" cy="266402"/>
          </a:xfrm>
          <a:prstGeom prst="roundRect">
            <a:avLst>
              <a:gd name="adj" fmla="val 6386"/>
            </a:avLst>
          </a:prstGeom>
          <a:solidFill>
            <a:srgbClr val="2A2C2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93130"/>
            <a:ext cx="119613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INCIDENCIAS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73746"/>
            <a:ext cx="571306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Problemas Atopados e Solucións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929333"/>
            <a:ext cx="2641774" cy="22634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20901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Erro JSON no editor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2396654"/>
            <a:ext cx="2243956" cy="163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"La respuesta no es una respuesta JSON válida"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Causa: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mod_rewrite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desactivado e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AllowOverride None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Solución: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a2enmod rewrite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AllowOverride All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en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apache2.conf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 rexenerar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.htaccess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1929333"/>
            <a:ext cx="2641774" cy="22634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8560" y="2090142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Apertura de portos bloqueada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78560" y="2618110"/>
            <a:ext cx="224395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centralita empresarial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 a xestión remota de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Movistar Empresas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bloquean os portos 80/443 antes do router. NAT correcto pero tráfico entrante imposible.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6033" y="1929333"/>
            <a:ext cx="2641774" cy="22634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3042" y="2090142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Hostings gratuítos insuficientes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243042" y="2618110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Exportación de ~42 MB superaba os límites de subida (10–20 MB) de InfinityFree, ByetHost e 000WebHost.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489" y="317822"/>
            <a:ext cx="835968" cy="207169"/>
          </a:xfrm>
          <a:prstGeom prst="roundRect">
            <a:avLst>
              <a:gd name="adj" fmla="val 6544"/>
            </a:avLst>
          </a:prstGeom>
          <a:noFill/>
          <a:ln w="4763">
            <a:solidFill>
              <a:srgbClr val="9FA5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968" y="356443"/>
            <a:ext cx="1148209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PLANIFICACIÓN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74489" y="560933"/>
            <a:ext cx="5514454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Planificación do Proxecto — 6 Semanas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74489" y="1150069"/>
            <a:ext cx="3759622" cy="3574405"/>
          </a:xfrm>
          <a:prstGeom prst="roundRect">
            <a:avLst>
              <a:gd name="adj" fmla="val 47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9252" y="1154832"/>
            <a:ext cx="3750097" cy="2797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92435" y="1213545"/>
            <a:ext cx="172893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Tarefa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94855" y="1213545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69828" y="1213545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044800" y="1213545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19773" y="1213545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94745" y="1213545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69718" y="1213545"/>
            <a:ext cx="6038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9252" y="1434629"/>
            <a:ext cx="3750097" cy="27979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92435" y="1493341"/>
            <a:ext cx="172893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Instalación da MV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94855" y="1493341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69828" y="1493341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44800" y="1493341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19773" y="1493341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94745" y="1493341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69718" y="1493341"/>
            <a:ext cx="6038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9252" y="1714426"/>
            <a:ext cx="3750097" cy="2797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92435" y="1773138"/>
            <a:ext cx="172893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Apache, MariaDB, PHP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94855" y="1773138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69828" y="1773138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44800" y="1773138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19773" y="1773138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94745" y="1773138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69718" y="1773138"/>
            <a:ext cx="6038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9252" y="1994222"/>
            <a:ext cx="3750097" cy="27979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92435" y="2052935"/>
            <a:ext cx="172893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Instalación WordPress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94855" y="2052935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69828" y="2052935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044800" y="2052935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19773" y="2052935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794745" y="2052935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69718" y="2052935"/>
            <a:ext cx="6038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9252" y="2274019"/>
            <a:ext cx="3750097" cy="44216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92435" y="2332732"/>
            <a:ext cx="12717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Creación e Personalización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294855" y="2332732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669828" y="2332732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044800" y="2332732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19773" y="2332732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794745" y="2332732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169718" y="2332732"/>
            <a:ext cx="6038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79252" y="2716188"/>
            <a:ext cx="3750097" cy="44216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92435" y="2774900"/>
            <a:ext cx="12717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Plugins e WooCommerce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294855" y="2774900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669828" y="2774900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44800" y="2774900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419773" y="2774900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794745" y="2774900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169718" y="2774900"/>
            <a:ext cx="6038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79252" y="3158356"/>
            <a:ext cx="3750097" cy="44216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92435" y="3217069"/>
            <a:ext cx="12717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Resolución de Problemas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294855" y="3217069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669828" y="3217069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044800" y="3217069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419773" y="3217069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794745" y="3217069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169718" y="3217069"/>
            <a:ext cx="6038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79252" y="3600524"/>
            <a:ext cx="3750097" cy="27979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92435" y="3659237"/>
            <a:ext cx="172893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Apertura de Portos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294855" y="3659237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669828" y="3659237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044800" y="3659237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419773" y="3659237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794745" y="3659237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169718" y="3659237"/>
            <a:ext cx="6038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79252" y="3880321"/>
            <a:ext cx="3750097" cy="2797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792435" y="3939034"/>
            <a:ext cx="172893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Diagnóstico Conexión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294855" y="3939034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669828" y="3939034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044800" y="3939034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419773" y="3939034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794745" y="3939034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169718" y="3939034"/>
            <a:ext cx="6038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79252" y="4160118"/>
            <a:ext cx="3750097" cy="27979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792435" y="4218831"/>
            <a:ext cx="172893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Probas Finais en Local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294855" y="4218831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2669828" y="4218831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3044800" y="4218831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419773" y="4218831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794745" y="4218831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4169718" y="4218831"/>
            <a:ext cx="6038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79252" y="4439915"/>
            <a:ext cx="3750097" cy="2797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792435" y="4498628"/>
            <a:ext cx="172893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Documentación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2294855" y="4498628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2669828" y="4498628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044800" y="4498628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3419773" y="4498628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3794745" y="4498628"/>
            <a:ext cx="601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4169718" y="4498628"/>
            <a:ext cx="6038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■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714503" y="1138833"/>
            <a:ext cx="188185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Recursos empregados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714503" y="1405310"/>
            <a:ext cx="3759622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Hardware:</a:t>
            </a:r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PC Intel Core i7 9700F, 32 GB RAM, 1 TB SSD. Router Movistar HGU. Disco 2 TB para copias.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Humano: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Técnico responsable Hugo — instalación, configuración, resolución de erros e documentación.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66663"/>
            <a:ext cx="977057" cy="266402"/>
          </a:xfrm>
          <a:prstGeom prst="roundRect">
            <a:avLst>
              <a:gd name="adj" fmla="val 6386"/>
            </a:avLst>
          </a:prstGeom>
          <a:solidFill>
            <a:srgbClr val="2A2C2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09154"/>
            <a:ext cx="126414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CONCLUSIÓNS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89769"/>
            <a:ext cx="461776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Resumo e Próximos Pasos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389459"/>
            <a:ext cx="22933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Obxectivo acadado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✅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82351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Sitio web corporativo funcional en entorno local con tenda WooCommerce, deseño personalizado e copias de seguridade configuradas.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248974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Riscos identificados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923803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Sem HTTPS — necesario para produción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Plugins desactualizados — vulnerabilidades potenciais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Acceso externo bloqueado pola infraestrutura empresarial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391596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Próximos pasos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435002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Contratar hosting profesional ou IP fixa enrutable con Movistar Empresas para publicar o sitio en Internet.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2670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Webgrafía en formato APA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26531" y="487189"/>
            <a:ext cx="4890939" cy="532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Apache Software Foundation.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Apache HTTP Server Documentation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https://httpd.apache.org/docs/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Canonical.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Ubuntu Server Documentation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https://ubuntu.com/server/docs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Canonical.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Ubuntu Server – Download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https://ubuntu.com/download/server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MariaDB Foundation.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MariaDB Knowledge Base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https://mariadb.com/kb/en/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PHP Group.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PHP Manual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https://www.php.net/manual/es/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Ubuntu Community.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UFW – Uncomplicated Firewall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https://help.ubuntu.com/community/UFW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Linuxize.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How to enable mod_rewrite in Apache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linuxize.com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WordPress Foundation.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WordPress Support Documentation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https://wordpress.org/support/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WordPress Foundation.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How to Install WordPress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https://wordpress.org/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WordPress Foundation.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REST API Handbook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https://developer.wordpress.org/rest-api/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WordPress Foundation.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Changing Your Site URL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https://wordpress.org/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WordPress Foundation.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 respuesta no es una respuesta JSON válida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[foro de soporte].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https://wordpress.org/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Stack Exchange.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WordPress error: La respuesta no es una respuesta JSON válida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https://stackoverflow.com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Brainstorm Force.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Spectra – WordPress Blocks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https://wordpress.org/plugins/spectra/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Automattic.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WooCommerce Documentation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https://woocommerce.com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UpdraftPlus.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UpdraftPlus WordPress Backup Plugin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https://wordpress.org/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SurePlugins.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SureForms Documentation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https://sureplugins.com/docs/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InfinityFree.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Free Hosting Documentation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https://support.infinityfree.net/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Hostinger International.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000WebHost Knowledge Base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https://www.000webhost.com/forum/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Byet Internet Services.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ByetHost Free Hosting Support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https://byet.net/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FreeHosting.com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FreeHosting Knowledge Base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https://freehosting.com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AwardSpace.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Free Hosting Documentation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https://www.awardspace.com/kb/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Telefónica.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Movistar Empresas – Soporte Técnico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https://www.movistar.es/empresas/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Telefónica.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Guía de Routers Movistar (HGU)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https://movistar.es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Cloudflare.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Is NAT?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https://cloudflare.com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YouGetSignal.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Open Port Checker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https://www.yougetsignal.com/tools/open-ports/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PortForward.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Port Forwarding Guides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https://portforward.com/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Debian Wiki.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Network Configuration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https://wiki.debian.org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Stack Overflow.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Programming Q&amp;A Community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3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https://stackoverflow.com/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LinuxQuestions. (2024).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Linux Technical Support Forum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u="sng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  <a:hlinkClick r:id="rId3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https://www.linuxquestions.org/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2026-05-31T17:12:35Z</dcterms:created>
  <dcterms:modified xsi:type="dcterms:W3CDTF">2026-05-31T17:12:35Z</dcterms:modified>
</cp:coreProperties>
</file>